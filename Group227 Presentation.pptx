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AF9B-730F-59AE-3FBD-4D71663C4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E302A-85B0-7168-FC5D-01EC3B9D4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47A04-D31A-0F85-73A9-3238E313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07B9-3C3F-1879-6045-A85B4D48D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C2C0D-3702-E6CA-B8D2-43186F53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30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BFDD-4956-E291-B23B-2C950570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671A2-AE8B-1753-0BD5-A01B00C54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8CC6F-4697-4F07-8361-42D6A4C9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BFCF2-00E7-5770-EFC6-F06E90F5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9D824-180F-7F26-548D-36D96C3C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98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F59F-EFCD-F553-84DE-AB9FEF4A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9FE68-7F51-43B9-C893-8EF28331A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2C3E4-7C78-AC63-C69F-5083C550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41B84-8E8B-3F68-0B55-4E03931AD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9E10E-B593-81F0-1D39-1F37DE61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24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B4E-9773-0FCF-2908-6D605649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745F8-FAD3-5BDC-3C68-8D24DAD03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FA753-4D25-7131-D0C7-314B73857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0CC06-FE63-141C-DA60-A484D5D1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B48D-8E95-705C-E88E-363940BA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19C03-BFC6-C403-9D04-1F33CE9E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1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9A650-7F5B-F01A-DBE1-942CFD22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6FCBF-946A-35B1-B843-358500A0A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DE04E-19AA-92A5-F772-033BB8F5E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BC6E6-C136-3CA3-8506-13F0D0E2F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78BED-7593-F79E-3B24-EACFAFCE2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A7EF7-08A0-4839-C01F-2736437F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F0F7B-3854-6AC7-4B8E-F0FC98FA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7F65D-F6FB-97AD-5756-0BB8407CB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63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A2E9-E85B-5BF0-2EB6-E4E804D3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2966C-CDFE-8128-5F75-036C2D96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FAF4E-FDC5-ABE8-1832-26B999D6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9626-ADD4-BFDD-684B-F1769C47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07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52D84-2EC0-524B-D4D9-D87E4FDA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469C6-75F8-4FB8-044D-831C40F3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0D0FA-AB05-E7D9-F74F-BBF9A024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16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DEC-0B80-03C1-15B9-ED7BF91F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2FE7D-8F2E-D842-1519-5FEEC8D20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44991-AE64-3A5E-C4C9-0291D5C31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B34BE-2AA4-9B1D-4940-D504DAA9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82338-51EA-FAE5-AE24-105D008A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9F56F-89D0-88E1-C4FC-5C7319A2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79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B0465-F57F-33C7-DF8A-8EE6DC20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039B4-7622-4B40-BD0C-D5727C1CE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08758-ED19-F089-EA81-E1981EF41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738A3-703A-5B5D-1DDC-910DBD0F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C46E8-353B-7B2F-566B-F339754BB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A3D6-25AE-1AF5-FD5F-B5320BAD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84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5C42-3E65-7E22-58E2-073BA17D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8C3C7-1DEA-C64F-C2B5-5DE8BB1B5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7C05-05AB-B630-C09A-9D3DF907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067D9-C9A2-5CDB-B55C-041DEDA7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E5FF-A7DF-A83D-0CD5-E4A38BA3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54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9C951-0B20-38B7-0B47-2F09D97F6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86B7A-0D56-76CF-082F-4C4305314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8D6F9-0528-B728-2AF4-47C51FFD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3358F-465F-64F9-6669-4AD021CB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E6EA8-A523-B306-9E10-B4A3FD7C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44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812F2-63BE-A86F-0600-72025FBC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B749C-A7A8-5640-87C9-8581305DF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F6D49-D190-B2B4-DF23-007F701BE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89289-1C39-43B0-8E72-3A58119E2A02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4C3D-4BC6-8EF8-3E6D-699B8074A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31E65-5E87-7B98-4CE9-DA8597051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1F2EE-8362-486B-B3DD-CC19742A3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38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EE4D-99E0-509A-7D19-4AF4F7B76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82677"/>
            <a:ext cx="9144000" cy="599009"/>
          </a:xfrm>
        </p:spPr>
        <p:txBody>
          <a:bodyPr>
            <a:normAutofit/>
          </a:bodyPr>
          <a:lstStyle/>
          <a:p>
            <a:r>
              <a:rPr lang="en-GB" sz="1800" b="1" u="sng" dirty="0"/>
              <a:t>Implementation of an Evolutionary MAP-Elites Algorithm using parallel computing for a quadruped robot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4121-15D9-EB92-7072-CE0824B64F25}"/>
              </a:ext>
            </a:extLst>
          </p:cNvPr>
          <p:cNvSpPr txBox="1"/>
          <p:nvPr/>
        </p:nvSpPr>
        <p:spPr>
          <a:xfrm>
            <a:off x="5520428" y="1286028"/>
            <a:ext cx="1151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Group 227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C5BD8-0432-92A1-5714-895426EF1C13}"/>
              </a:ext>
            </a:extLst>
          </p:cNvPr>
          <p:cNvSpPr txBox="1"/>
          <p:nvPr/>
        </p:nvSpPr>
        <p:spPr>
          <a:xfrm>
            <a:off x="256902" y="1805689"/>
            <a:ext cx="1167819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Group Members: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600" dirty="0"/>
              <a:t>Aswin </a:t>
            </a:r>
            <a:r>
              <a:rPr lang="en-GB" sz="1600" dirty="0" err="1"/>
              <a:t>Vazhakkoottathil</a:t>
            </a:r>
            <a:r>
              <a:rPr lang="en-GB" sz="1600" dirty="0"/>
              <a:t> </a:t>
            </a:r>
            <a:r>
              <a:rPr lang="en-GB" sz="1600" dirty="0" err="1"/>
              <a:t>Podimon</a:t>
            </a:r>
            <a:endParaRPr lang="en-GB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600" dirty="0"/>
              <a:t>Robbie Black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600" dirty="0"/>
              <a:t>Jamie Harris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600" dirty="0"/>
              <a:t>Sebby Murray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600" dirty="0"/>
              <a:t>Kipras </a:t>
            </a:r>
            <a:r>
              <a:rPr lang="en-GB" sz="1600" dirty="0" err="1"/>
              <a:t>Tomkevicius</a:t>
            </a:r>
            <a:endParaRPr lang="en-GB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600" dirty="0"/>
              <a:t>David Weir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8FFA7-5CDE-52EC-0D24-D9A3ECC83363}"/>
              </a:ext>
            </a:extLst>
          </p:cNvPr>
          <p:cNvSpPr txBox="1"/>
          <p:nvPr/>
        </p:nvSpPr>
        <p:spPr>
          <a:xfrm>
            <a:off x="4628261" y="3744681"/>
            <a:ext cx="2935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Module: SOC09109 - Group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139E8-4411-4C4A-35C7-5D03607B5E7B}"/>
              </a:ext>
            </a:extLst>
          </p:cNvPr>
          <p:cNvSpPr txBox="1"/>
          <p:nvPr/>
        </p:nvSpPr>
        <p:spPr>
          <a:xfrm>
            <a:off x="4928707" y="4199407"/>
            <a:ext cx="233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Client: Simon Smith </a:t>
            </a:r>
          </a:p>
          <a:p>
            <a:r>
              <a:rPr lang="en-GB" sz="1600" dirty="0"/>
              <a:t>Sponsor: Leni Le Goff  </a:t>
            </a:r>
          </a:p>
        </p:txBody>
      </p:sp>
    </p:spTree>
    <p:extLst>
      <p:ext uri="{BB962C8B-B14F-4D97-AF65-F5344CB8AC3E}">
        <p14:creationId xmlns:p14="http://schemas.microsoft.com/office/powerpoint/2010/main" val="164649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3BFA-B3DB-3BAF-C52B-2458BDE1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61F98-E8C6-A03D-EB5E-F35DCD771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97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5017-6D1E-CEBE-D974-0A63B87E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MAP-Elites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123C-C616-EABA-4B7E-F1F1E096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63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69DB-1CDD-A7B8-FE59-9BD54323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Ant Robot and it’s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0E386-80B0-CDEA-5545-A17F3B9C1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34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6E7A-D11C-8083-C846-CC9354F6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Fitness and behavioural descriptor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B98ED-DEE4-16D5-C84B-A5F020B51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742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168B-D347-9664-6E7B-78B38BEE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MAP-Elites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BA22C-F91F-D0EA-16C7-A891A9D81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4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CBAE-F33B-53D5-EF6E-25BC71A5E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Structure and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BC0A3-6229-63EB-400A-28BB7496C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11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6165-7AD5-92BB-1609-17291A0C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Pre-Recorded Video of Algorithm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396D-775D-BFBF-AC76-4DD15CFF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457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CF3C-06A4-6BD3-1401-9B23E391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Archive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9866B-7FAC-7A5D-E02C-593082CC6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23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9DA5-DF17-3E2F-6AD0-D1D62382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Fitness / Coverage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5A67-8B3D-131A-8454-C30F0D7CF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CDA4-EB3B-183F-3B43-CE08ADD7D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Gaits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7982-C90E-A1CC-EA28-66DEF4CD4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16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74EB-164E-E7EE-9A4E-83FE391B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C3FEA-1A2F-8A04-13DC-D68195B6A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123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5B1E-AA34-6BB3-B6EE-D10080CF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4B666-E50E-66E4-7E50-7B4AC36A7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063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9D37-570F-CC5D-F7CA-CEDF4CB3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Contributions and 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69E5-64E8-82B5-5C98-833333E98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53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CF99-3AA2-F081-936E-D394FD91D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EDE18-3AF3-1764-7535-F69382B6C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025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92</Words>
  <Application>Microsoft Office PowerPoint</Application>
  <PresentationFormat>Widescreen</PresentationFormat>
  <Paragraphs>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Implementation of an Evolutionary MAP-Elites Algorithm using parallel computing for a quadruped robot </vt:lpstr>
      <vt:lpstr>Project Aims</vt:lpstr>
      <vt:lpstr>What is MAP-Elites</vt:lpstr>
      <vt:lpstr>The Ant Robot and it’s brain</vt:lpstr>
      <vt:lpstr>Fitness and behavioural descriptor</vt:lpstr>
      <vt:lpstr>Our MAP-Elites Loop</vt:lpstr>
      <vt:lpstr>Code Structure and System Architecture</vt:lpstr>
      <vt:lpstr>Pre-Recorded Video of Algorithm in action</vt:lpstr>
      <vt:lpstr>Archive Visualisation</vt:lpstr>
      <vt:lpstr>Fitness / Coverage over time</vt:lpstr>
      <vt:lpstr>Example Gaits</vt:lpstr>
      <vt:lpstr>Limitations</vt:lpstr>
      <vt:lpstr>Roadmap</vt:lpstr>
      <vt:lpstr>Team Contributions and References </vt:lpstr>
      <vt:lpstr>Any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Murray, Sebastian</dc:creator>
  <cp:lastModifiedBy>Murray, Sebastian</cp:lastModifiedBy>
  <cp:revision>1</cp:revision>
  <dcterms:created xsi:type="dcterms:W3CDTF">2026-04-22T16:08:00Z</dcterms:created>
  <dcterms:modified xsi:type="dcterms:W3CDTF">2026-04-22T16:27:42Z</dcterms:modified>
</cp:coreProperties>
</file>